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Maximum Independent Set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Minimum Vertex Cover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(equivalentes vía complemento del grafo)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9788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MIP: Branch &amp; Bound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3832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GLPK.</a:t>
            </a:r>
          </a:p>
        </p:txBody>
      </p:sp>
      <p:pic>
        <p:nvPicPr>
          <p:cNvPr id="11" name="Picture 10" descr="resultados_keller4_py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892040"/>
            <a:ext cx="3352662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5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5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5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5000"/>
              </a:lnSpc>
              <a:spcAft>
                <a:spcPts val="8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5000"/>
              </a:lnSpc>
              <a:spcAft>
                <a:spcPts val="800"/>
              </a:spcAft>
              <a:defRPr sz="19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</a:t>
            </a:r>
          </a:p>
          <a:p>
            <a:pPr lvl="1">
              <a:lnSpc>
                <a:spcPct val="135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– 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0.0243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un solo vértice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 la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 más de la mitad la desviación estándar. El efecto es mayor en C125.9 (más densa): sin un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mecanismo de diversificación explícito, el Tabú puro queda atrapado en plateaus de la vecindad Swap.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Curvas de convergencia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22</a:t>
            </a:r>
          </a:p>
        </p:txBody>
      </p:sp>
      <p:pic>
        <p:nvPicPr>
          <p:cNvPr id="6" name="Picture 5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806440" cy="3732711"/>
          </a:xfrm>
          <a:prstGeom prst="rect">
            <a:avLst/>
          </a:prstGeom>
        </p:spPr>
      </p:pic>
      <p:pic>
        <p:nvPicPr>
          <p:cNvPr id="7" name="Picture 6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806440" cy="37327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 rápida, largo estancamiento en Swap, y salto al óptimo tras una perturbación.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Clique encontrado por la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17 / 22</a:t>
            </a:r>
          </a:p>
        </p:txBody>
      </p:sp>
      <p:pic>
        <p:nvPicPr>
          <p:cNvPr id="6" name="Picture 5" descr="grafo_clique_keller4_ta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43000"/>
            <a:ext cx="5120640" cy="5120640"/>
          </a:xfrm>
          <a:prstGeom prst="rect">
            <a:avLst/>
          </a:prstGeom>
        </p:spPr>
      </p:pic>
      <p:pic>
        <p:nvPicPr>
          <p:cNvPr id="7" name="Picture 6" descr="grafo_clique_C125.9_tab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43000"/>
            <a:ext cx="5120640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0.020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0.024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0972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22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43000"/>
            <a:ext cx="5467349" cy="37490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983480"/>
            <a:ext cx="10911535" cy="14173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83480"/>
            <a:ext cx="109728" cy="14173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454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~735× más rápida que HiGHS; en C125.9, ~12 000×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