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MIP: Branch &amp; Bound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 la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