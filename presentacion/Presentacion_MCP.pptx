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Calibri"/>
              </a:defRPr>
            </a:pPr>
            <a: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277295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46320"/>
            <a:ext cx="109728" cy="15544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3258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325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MIP, Mixed Integer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Programming: Branch &amp; Bound 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291840"/>
            <a:ext cx="1051560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291840"/>
            <a:ext cx="109728" cy="2011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776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 (GNU Linear Programming Kit).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(Linear Programming)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80560"/>
            <a:ext cx="10911535" cy="137160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480560"/>
            <a:ext cx="109728" cy="13716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1772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10454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228600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Las corridas fallidas no se deben a pocas perturbaciones: completan 39 reinicios cada una,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similar al rango de las exitosas (36-40) — indica una cuenca de atracción que resiste la diversificación.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Experimento de 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del experimento de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143000"/>
            <a:ext cx="4800600" cy="3291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572000"/>
            <a:ext cx="1091153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4543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Esta velocidad sugiere aplicaciones reales sensibles al tiempo (ej. cribado molecular); validar a esa escala queda como trabajo futuro.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